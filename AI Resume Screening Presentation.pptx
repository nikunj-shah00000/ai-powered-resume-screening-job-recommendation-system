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/>
    <p:restoredTop sz="94677"/>
  </p:normalViewPr>
  <p:slideViewPr>
    <p:cSldViewPr snapToGrid="0" snapToObjects="1">
      <p:cViewPr varScale="1">
        <p:scale>
          <a:sx n="147" d="100"/>
          <a:sy n="147" d="100"/>
        </p:scale>
        <p:origin x="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25947"/>
            <a:ext cx="2690961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55777"/>
            <a:ext cx="11049000" cy="676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97447"/>
            <a:ext cx="1160145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lus Jakarta Sans"/>
              </a:rPr>
              <a:t>AI-Powered Resume Screening &amp; Job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88977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An automated Natural Language Processing and Supervised Machine Learning pipeline for scalable, intelligent, and unbiased recruitment classification.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730722"/>
            <a:ext cx="178147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851052"/>
            <a:ext cx="3492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Domain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HR &amp; Recruitment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650" y="4851052"/>
            <a:ext cx="34925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Technologies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Python | NLP | TF-IDF |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7950" y="4851052"/>
            <a:ext cx="3492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Core Classifier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Logistic Regression / Naive Bayes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16FD4-52D9-4F47-A0C1-AB23A6128E24}"/>
              </a:ext>
            </a:extLst>
          </p:cNvPr>
          <p:cNvSpPr txBox="1"/>
          <p:nvPr/>
        </p:nvSpPr>
        <p:spPr>
          <a:xfrm>
            <a:off x="4259580" y="5570159"/>
            <a:ext cx="3492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dirty="0" err="1">
                <a:solidFill>
                  <a:srgbClr val="64748B"/>
                </a:solidFill>
                <a:latin typeface="Inter SemiBold"/>
              </a:rPr>
              <a:t>ML_Nerds</a:t>
            </a:r>
            <a:endParaRPr sz="3200" b="0" i="0" u="none" dirty="0">
              <a:solidFill>
                <a:srgbClr val="0F172A"/>
              </a:solidFill>
              <a:latin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717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High Application Volume: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HR teams manually evaluate thousands of unstructured resumes per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289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Time-Consuming Process: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Traditional manual inspection takes 6-10 seconds per CV, introducing hiring bottlenecks.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861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Inconsistency &amp; Bias: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Fatigue and individual subjectivity lead to inconsistent candidate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434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Overlooked Talent: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Highly qualified applicants are often missed due to manual filtering limitations.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9555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5277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10000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467225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0812"/>
            <a:ext cx="53340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0812"/>
            <a:ext cx="5334000" cy="219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43237"/>
            <a:ext cx="4860607" cy="285750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Plus Jakarta Sans SemiBold"/>
              </a:rPr>
              <a:t>Core NLP &amp; ML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43287"/>
            <a:ext cx="46291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Develop a robust text preprocessing cleaner to normalize raw resume documents, remove stop words, and eliminate noise. Convert text into numeric vectors using TF-IDF feature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043237"/>
            <a:ext cx="4860607" cy="285750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Plus Jakarta Sans SemiBold"/>
              </a:rPr>
              <a:t>Deployment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443287"/>
            <a:ext cx="46291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Train and evaluate supervised classifiers (Logistic Regression / Naive Bayes) using Accuracy, Precision, Recall, and F1-Score. Build an interactive Streamlit application for instant screening.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081337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3081337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16931"/>
            <a:ext cx="11049000" cy="33385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116931"/>
          <a:ext cx="11029949" cy="333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41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Evaluation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Traditional Existing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AI-Powered Proposed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Inter SemiBold"/>
                        </a:rPr>
                        <a:t>Screening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Minutes/Hours per batch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Instant (&lt; 1 second per resume)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Inter SemiBold"/>
                        </a:rPr>
                        <a:t>Scalability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Low (Requires larger HR teams)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High (Handles thousands concurrently)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Inter SemiBold"/>
                        </a:rPr>
                        <a:t>Evaluation Criteria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Subjective &amp; variable per recruiter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Standardized algorithmic TF-IDF weights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Inter SemiBold"/>
                        </a:rPr>
                        <a:t>Human Effort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Heavy manual reading &amp; sorting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Automated sorting; decision support tool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42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Inter SemiBold"/>
                        </a:rPr>
                        <a:t>Deployment Interface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Paper CVs &amp; Static spreadsheets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Interactive Streamlit Web Dashboard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59856"/>
            <a:ext cx="265940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40434" y="2659856"/>
            <a:ext cx="3848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88534" y="2659856"/>
            <a:ext cx="452244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217068"/>
            <a:ext cx="265940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0434" y="3217068"/>
            <a:ext cx="3848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88534" y="3217068"/>
            <a:ext cx="452244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774281"/>
            <a:ext cx="265940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0434" y="3774281"/>
            <a:ext cx="3848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88534" y="3774281"/>
            <a:ext cx="452244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331493"/>
            <a:ext cx="265940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0434" y="4331493"/>
            <a:ext cx="3848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88534" y="4331493"/>
            <a:ext cx="452244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888706"/>
            <a:ext cx="265940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0434" y="4888706"/>
            <a:ext cx="3848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8534" y="4888706"/>
            <a:ext cx="452244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Existing vs Proposed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4587"/>
            <a:ext cx="3530649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14587"/>
            <a:ext cx="3530649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14587"/>
            <a:ext cx="3530649" cy="2743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90812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95662"/>
            <a:ext cx="31271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Keyword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95712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Early systems relied on rigid string matches, missing contextual skill synonyms and failing with diverse resume layouts.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90812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95662"/>
            <a:ext cx="31271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Complex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95712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BERT/Transformer models offer high accuracy but require excessive computational resources and lack real-time deployment simplicity.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90812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95662"/>
            <a:ext cx="312710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Our Light ML Hybrid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95712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Combines TF-IDF n-grams with Logistic Regression for optimal accuracy, ultra-fast latency, and lightweight Streamlit web hosting.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814637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7462" y="2814637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14637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Literature Review &amp;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Proposed System Solution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90625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End-to-End Automated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90675"/>
            <a:ext cx="53340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Our solution bridges the gap between unstructured text input and structured candidate categorization. By combining regex text cleaning with TF-IDF vectorization, raw resume text is transformed into meaningful statistical feature vectors.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76525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 trained multi-class Logistic Regression model analyzes the term frequencies to accurately predict job roles across 25+ categories in real-time, displaying confidence scores to recruiters.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4787"/>
            <a:ext cx="254124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19337"/>
            <a:ext cx="2541240" cy="1238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14787"/>
            <a:ext cx="2541240" cy="1238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19337"/>
            <a:ext cx="2541240" cy="1238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671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195762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lus Jakarta Sans SemiBold"/>
              </a:rPr>
              <a:t>1. Data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471987"/>
            <a:ext cx="21792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Raw resume text paste or PDF document upload via Streamlit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00312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lus Jakarta Sans SemiBold"/>
              </a:rPr>
              <a:t>2. NLP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776537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Regex cleaning, URL removal, punctuation stripping &amp; lowercasing.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195762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lus Jakarta Sans SemiBold"/>
              </a:rPr>
              <a:t>3. TF-IDF 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471987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Term frequency-inverse document frequency sublinear feature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00312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lus Jakarta Sans SemiBold"/>
              </a:rPr>
              <a:t>4.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776537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Logistic Regression model predicts job role category &amp; recommendation.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System Architecture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090862"/>
            <a:ext cx="5334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2563EB"/>
                </a:solidFill>
                <a:latin typeface="Plus Jakarta Sans ExtraBold"/>
              </a:rPr>
              <a:t>25+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233862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Predefined Job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686050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Structured Resume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8610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Curated from Kaggle's Updated Resume Dataset containing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962 multi-domain records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68617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Encompasses diverse industry domains including Data Science, Java Developer, DevOps, HR, Healthcare, Finance, Arts, and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28625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Ensures balanced representation across varied technical terminologies and organizational role expectations.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Kaggle Dataset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2200"/>
            <a:ext cx="3530649" cy="190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62200"/>
            <a:ext cx="3530649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62200"/>
            <a:ext cx="3530649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419600"/>
            <a:ext cx="370718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 SemiBold"/>
              </a:rPr>
              <a:t>1. Document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95825"/>
            <a:ext cx="3530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User uploads PDF/Docx or pastes raw resume content directly into web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0749" y="4419600"/>
            <a:ext cx="370718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 SemiBold"/>
              </a:rPr>
              <a:t>2. Feature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0749" y="4695825"/>
            <a:ext cx="3530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Automated regex cleaning strips URLs and special symbols before TF-IDF transform.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9999" y="4419600"/>
            <a:ext cx="370718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 SemiBold"/>
              </a:rPr>
              <a:t>3. Instant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9999" y="4695825"/>
            <a:ext cx="3530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Model displays top matching category and candidate suitability recommendation.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62200"/>
            <a:ext cx="3530649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49" y="2362200"/>
            <a:ext cx="353064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99" y="2362200"/>
            <a:ext cx="3530649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Application Workflow &amp;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591050"/>
            <a:ext cx="11049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>
                <a:solidFill>
                  <a:srgbClr val="334155"/>
                </a:solidFill>
                <a:latin typeface="Inter"/>
              </a:rPr>
              <a:t>Evaluated on test set split using Scikit-Learn metrics. Logistic Regression combined with TF-IDF achieved balanced classification across all 25+ job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Model Performance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3652" y="2122170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4377" y="3036570"/>
            <a:ext cx="7620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Integrating Transformer embeddings (BERT), automated skill-gap analysis, ATS compatibility scoring, and multi-language support in upcoming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877" y="3750945"/>
            <a:ext cx="110490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2563EB"/>
                </a:solidFill>
                <a:latin typeface="Inter SemiBold"/>
              </a:rPr>
              <a:t>Thank you! Questions &amp; Discussions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877" y="4336732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ML Bubble 2026 Challenge | Domain: HR &amp; Recruitment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633</Words>
  <Application>Microsoft Macintosh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2026-08-08T13:09:58Z</dcterms:modified>
  <cp:category/>
</cp:coreProperties>
</file>